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2" Type="http://schemas.openxmlformats.org/officeDocument/2006/relationships/viewProps" Target="viewProps.xml" /><Relationship Id="rId1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4" Type="http://schemas.openxmlformats.org/officeDocument/2006/relationships/tableStyles" Target="tableStyles.xml" /><Relationship Id="rId1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🇹🇭 치앙마이 여행 가이드: 란나의 미소와 현대적 감성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 치앙마이 개요 및 역사적 배경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치앙마이는 태국 북부의 중심지로, 1296년 건설된 </a:t>
            </a:r>
            <a:r>
              <a:rPr b="1"/>
              <a:t>란나 왕국</a:t>
            </a:r>
            <a:r>
              <a:rPr/>
              <a:t>의 수도였습니다. 오늘날에는 고대 성벽과 현대적인 카페 문화가 공존하는 독특한 매력을 발산하며, 전 세계 디지털 노마드들의 성지로 사랑받고 있습니다.</a:t>
            </a:r>
          </a:p>
          <a:p>
            <a:pPr lvl="0"/>
            <a:r>
              <a:rPr b="1"/>
              <a:t>위치:</a:t>
            </a:r>
            <a:r>
              <a:rPr/>
              <a:t> 방콕에서 북쪽으로 약 700km (삥 강 기슭)</a:t>
            </a:r>
          </a:p>
          <a:p>
            <a:pPr lvl="0"/>
            <a:r>
              <a:rPr b="1"/>
              <a:t>특징:</a:t>
            </a:r>
            <a:r>
              <a:rPr/>
              <a:t> 유구한 불교 문화, 저렴한 물가, 예술과 수공예의 중심지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2. 여행 준비: 기후 및 교통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📅 여행 최적기</a:t>
            </a:r>
          </a:p>
          <a:p>
            <a:pPr lvl="0"/>
            <a:r>
              <a:rPr b="1"/>
              <a:t>건기 (11월~2월):</a:t>
            </a:r>
            <a:r>
              <a:rPr/>
              <a:t> 가장 쾌적한 시기 (황금기)</a:t>
            </a:r>
          </a:p>
          <a:p>
            <a:pPr lvl="0"/>
            <a:r>
              <a:rPr b="1"/>
              <a:t>무더위 (3월~5월):</a:t>
            </a:r>
            <a:r>
              <a:rPr/>
              <a:t> 40도에 육박하는 고온</a:t>
            </a:r>
          </a:p>
          <a:p>
            <a:pPr lvl="0"/>
            <a:r>
              <a:rPr b="1"/>
              <a:t>우기 (6월~10월):</a:t>
            </a:r>
            <a:r>
              <a:rPr/>
              <a:t> 스콜성 비가 잦지만 자연이 가장 푸르름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🚕 현지 교통수단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수단명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특징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요금 방식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썽태우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트럭 개조 합승 차량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거리 비례 또는 고정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뚝뚝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3륜 오토바이 택시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사전 흥정제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그랩(Grab)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차량 호출 앱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앱 내 확정 요금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 핵심 관광 명소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🛕 올드 시티 3대 사원</a:t>
            </a:r>
          </a:p>
          <a:p>
            <a:pPr lvl="0" indent="-342900" marL="342900">
              <a:buAutoNum type="arabicPeriod"/>
            </a:pPr>
            <a:r>
              <a:rPr b="1"/>
              <a:t>왓 체디 루앙:</a:t>
            </a:r>
            <a:r>
              <a:rPr/>
              <a:t> 거대한 벽돌 불탑이 상징적인 곳</a:t>
            </a:r>
          </a:p>
          <a:p>
            <a:pPr lvl="0" indent="-342900" marL="342900">
              <a:buAutoNum type="arabicPeriod"/>
            </a:pPr>
            <a:r>
              <a:rPr b="1"/>
              <a:t>왓 치앙만:</a:t>
            </a:r>
            <a:r>
              <a:rPr/>
              <a:t> 치앙마이에서 가장 오래된 사원</a:t>
            </a:r>
          </a:p>
          <a:p>
            <a:pPr lvl="0" indent="-342900" marL="342900">
              <a:buAutoNum type="arabicPeriod"/>
            </a:pPr>
            <a:r>
              <a:rPr b="1"/>
              <a:t>왓 프라씽:</a:t>
            </a:r>
            <a:r>
              <a:rPr/>
              <a:t> 화려한 황금빛 건축물의 정수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⛰️ 도이수텝 &amp; 도이 인타논</a:t>
            </a:r>
          </a:p>
          <a:p>
            <a:pPr lvl="0"/>
            <a:r>
              <a:rPr b="1"/>
              <a:t>도이수텝:</a:t>
            </a:r>
            <a:r>
              <a:rPr/>
              <a:t> 시내 전경을 내려다보는 영험한 황금 사원</a:t>
            </a:r>
          </a:p>
          <a:p>
            <a:pPr lvl="0"/>
            <a:r>
              <a:rPr b="1"/>
              <a:t>도이 인타논:</a:t>
            </a:r>
            <a:r>
              <a:rPr/>
              <a:t> ’태국의 지붕’이라 불리는 최고봉 국립공원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4. 미식과 카페 문화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🍜 꼭 맛봐야 할 음식</a:t>
            </a:r>
          </a:p>
          <a:p>
            <a:pPr lvl="0"/>
            <a:r>
              <a:rPr b="1"/>
              <a:t>카오쏘이:</a:t>
            </a:r>
            <a:r>
              <a:rPr/>
              <a:t> 코코넛 카레 국물에 튀긴 면을 올린 북부 대표 요리</a:t>
            </a:r>
          </a:p>
          <a:p>
            <a:pPr lvl="0"/>
            <a:r>
              <a:rPr b="1"/>
              <a:t>팟타이:</a:t>
            </a:r>
            <a:r>
              <a:rPr/>
              <a:t> 호불호 없는 태국 국민 볶음면</a:t>
            </a:r>
          </a:p>
          <a:p>
            <a:pPr lvl="0"/>
            <a:r>
              <a:rPr b="1"/>
              <a:t>똠얌꿍:</a:t>
            </a:r>
            <a:r>
              <a:rPr/>
              <a:t> 세계 3대 수프, 매콤새콤한 풍미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💻 디지털 노마드 추천 카페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카페 명칭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지역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특징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아카 아마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올드타운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공정무역 원두, 힙한 분위기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옴브라 카페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싼티탐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노트북 작업 최적화 공간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더반 이터리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치앙마이대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밤 11시까지 운영 (야간 작업)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 쇼핑의 즐거움: 야시장 가이드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치앙마이 여행의 하이라이트는 요일별로 열리는 다채로운 야시장입니다.</a:t>
            </a:r>
          </a:p>
          <a:p>
            <a:pPr lvl="0"/>
            <a:r>
              <a:rPr b="1"/>
              <a:t>선데이 마켓:</a:t>
            </a:r>
            <a:r>
              <a:rPr/>
              <a:t> 일요일, 올드 시티 전체가 거대한 시장으로 변신 (최대 규모)</a:t>
            </a:r>
          </a:p>
          <a:p>
            <a:pPr lvl="0"/>
            <a:r>
              <a:rPr b="1"/>
              <a:t>나이트 바자:</a:t>
            </a:r>
            <a:r>
              <a:rPr/>
              <a:t> 평일에도 매일 열리는 관광객의 천국</a:t>
            </a:r>
          </a:p>
          <a:p>
            <a:pPr lvl="0"/>
            <a:r>
              <a:rPr b="1"/>
              <a:t>와로롯 마켓:</a:t>
            </a:r>
            <a:r>
              <a:rPr/>
              <a:t> 현지인들의 삶이 담긴 식료품 만물상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 여행 필수 체크리스트 및 안전 수칙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✅ 준비물</a:t>
            </a:r>
          </a:p>
          <a:p>
            <a:pPr lvl="0"/>
            <a:r>
              <a:rPr b="1"/>
              <a:t>인터넷:</a:t>
            </a:r>
            <a:r>
              <a:rPr/>
              <a:t> 유심 교체가 필요 없는 </a:t>
            </a:r>
            <a:r>
              <a:rPr b="1"/>
              <a:t>이심(eSIM)</a:t>
            </a:r>
          </a:p>
          <a:p>
            <a:pPr lvl="0"/>
            <a:r>
              <a:rPr b="1"/>
              <a:t>복장:</a:t>
            </a:r>
            <a:r>
              <a:rPr/>
              <a:t> 사원 방문을 위한 무릎과 어깨를 덮는 단정한 옷</a:t>
            </a:r>
          </a:p>
          <a:p>
            <a:pPr lvl="0"/>
            <a:r>
              <a:rPr b="1"/>
              <a:t>기타:</a:t>
            </a:r>
            <a:r>
              <a:rPr/>
              <a:t> 자외선 차단제, 모기 기피제, 상비약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⚠️ 주의사항</a:t>
            </a:r>
          </a:p>
          <a:p>
            <a:pPr lvl="0" indent="-342900" marL="342900">
              <a:buAutoNum type="arabicPeriod"/>
            </a:pPr>
            <a:r>
              <a:rPr b="1"/>
              <a:t>식수:</a:t>
            </a:r>
            <a:r>
              <a:rPr/>
              <a:t> 수돗물은 금지, 반드시 생수를 구입해 마실 것.</a:t>
            </a:r>
          </a:p>
          <a:p>
            <a:pPr lvl="0" indent="-342900" marL="342900">
              <a:buAutoNum type="arabicPeriod"/>
            </a:pPr>
            <a:r>
              <a:rPr b="1"/>
              <a:t>예절:</a:t>
            </a:r>
            <a:r>
              <a:rPr/>
              <a:t> 불상을 배경으로 부적절한 포즈를 취하거나 머리를 만지는 행위 금지.</a:t>
            </a:r>
          </a:p>
          <a:p>
            <a:pPr lvl="0" indent="-342900" marL="342900">
              <a:buAutoNum type="arabicPeriod"/>
            </a:pPr>
            <a:r>
              <a:rPr b="1"/>
              <a:t>안전:</a:t>
            </a:r>
            <a:r>
              <a:rPr/>
              <a:t> 오토바이가 많으므로 보행 시 주의하고 소지품 관리에 유의.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💬 기초 태국어 한마디</a:t>
            </a:r>
          </a:p>
          <a:p>
            <a:pPr lvl="0"/>
            <a:r>
              <a:rPr b="1"/>
              <a:t>안녕하세요:</a:t>
            </a:r>
            <a:r>
              <a:rPr/>
              <a:t> 사와디 크랍(남) / 카(여)</a:t>
            </a:r>
          </a:p>
          <a:p>
            <a:pPr lvl="0"/>
            <a:r>
              <a:rPr b="1"/>
              <a:t>감사합니다:</a:t>
            </a:r>
            <a:r>
              <a:rPr/>
              <a:t> 콥쿤 크랍(남) / 카(여)</a:t>
            </a:r>
          </a:p>
          <a:p>
            <a:pPr lvl="0"/>
            <a:r>
              <a:rPr b="1"/>
              <a:t>얼마인가요?:</a:t>
            </a:r>
            <a:r>
              <a:rPr/>
              <a:t> 타오 라이?</a:t>
            </a:r>
          </a:p>
          <a:p>
            <a:pPr lvl="0"/>
            <a:r>
              <a:rPr b="1"/>
              <a:t>화장실이 어디인가요?:</a:t>
            </a:r>
            <a:r>
              <a:rPr/>
              <a:t> 홍 남 유 나이?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이 자료를 바탕으로 상세한 3박 4일 일정표를 표 형식으로 다시 정리해 드릴까요?</a:t>
            </a:r>
            <a:r>
              <a:rPr/>
              <a:t> 요청하시면 바로 작성해 드리겠습니다.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2025-12-24T05:51:37Z</dcterms:created>
  <dcterms:modified xsi:type="dcterms:W3CDTF">2025-12-24T05:51:37Z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